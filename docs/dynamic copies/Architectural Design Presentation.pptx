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/QXCpF1EnL8fO2z9K3iJ2bQTm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23E258-6EC2-4847-87C2-397EB15052E9}">
  <a:tblStyle styleId="{A823E258-6EC2-4847-87C2-397EB15052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Craig</a:t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Bjordi</a:t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Sammy</a:t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Craig</a:t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Aliyan</a:t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Bjordi</a:t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8a7d2b2b7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8a7d2b2b7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Sammy</a:t>
            </a:r>
            <a:endParaRPr/>
          </a:p>
        </p:txBody>
      </p:sp>
      <p:sp>
        <p:nvSpPr>
          <p:cNvPr id="147" name="Google Shape;147;g398a7d2b2b7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Aliyan</a:t>
            </a:r>
            <a:endParaRPr/>
          </a:p>
        </p:txBody>
      </p:sp>
      <p:sp>
        <p:nvSpPr>
          <p:cNvPr id="155" name="Google Shape;1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fdaf47e4c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fdaf47e4c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6fdaf47e4c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/>
              <a:t>COMP4960 – Software Engineering</a:t>
            </a:r>
            <a:br>
              <a:rPr b="1" lang="en-US" sz="3600"/>
            </a:br>
            <a:r>
              <a:rPr b="1" lang="en-US" sz="3600"/>
              <a:t>Architectural Design</a:t>
            </a:r>
            <a:br>
              <a:rPr lang="en-US" sz="3600"/>
            </a:br>
            <a:r>
              <a:rPr lang="en-US" sz="3600"/>
              <a:t>Campus Lost and Found Portal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Team Name, ID: Team 2</a:t>
            </a:r>
            <a:br>
              <a:rPr lang="en-US"/>
            </a:br>
            <a:r>
              <a:rPr lang="en-US"/>
              <a:t>Date: 11/03/2025</a:t>
            </a:r>
            <a:endParaRPr/>
          </a:p>
        </p:txBody>
      </p:sp>
      <p:sp>
        <p:nvSpPr>
          <p:cNvPr id="90" name="Google Shape;90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Requirements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System Architecture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Architecture Pattern(s)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Overall Architecture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Components Mapping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Technology Stack Selection</a:t>
            </a:r>
            <a:endParaRPr/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Our application is a web and iOS application that allows user to submit reports for items they either lost or found around campus.</a:t>
            </a:r>
            <a:endParaRPr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Users can attach images to their reports to help users with matching lost and found items.</a:t>
            </a:r>
            <a:endParaRPr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Users can report where an item was lost or found, including the Wentworth hall name and a map pin.</a:t>
            </a:r>
            <a:endParaRPr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Administrators can moderate the submitted reports to ensure there is no inappropriate content uploaded to the publicly visible app.</a:t>
            </a:r>
            <a:endParaRPr/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Requirements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Functional</a:t>
            </a:r>
            <a:endParaRPr/>
          </a:p>
        </p:txBody>
      </p:sp>
      <p:sp>
        <p:nvSpPr>
          <p:cNvPr id="111" name="Google Shape;111;p4"/>
          <p:cNvSpPr txBox="1"/>
          <p:nvPr>
            <p:ph idx="2" type="body"/>
          </p:nvPr>
        </p:nvSpPr>
        <p:spPr>
          <a:xfrm>
            <a:off x="279400" y="2505075"/>
            <a:ext cx="57183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User registration via Wentworth Microsoft account.</a:t>
            </a:r>
            <a:endParaRPr/>
          </a:p>
          <a:p>
            <a:pPr indent="-406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Search bar actions for user to search through list of found items.</a:t>
            </a:r>
            <a:endParaRPr/>
          </a:p>
          <a:p>
            <a:pPr indent="-406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View, edit or delete options for user reports.</a:t>
            </a:r>
            <a:endParaRPr/>
          </a:p>
          <a:p>
            <a:pPr indent="-406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Report a lost or found item(category, description, location, and contact information).</a:t>
            </a:r>
            <a:endParaRPr b="1"/>
          </a:p>
        </p:txBody>
      </p:sp>
      <p:sp>
        <p:nvSpPr>
          <p:cNvPr id="112" name="Google Shape;112;p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Non-Functional</a:t>
            </a:r>
            <a:endParaRPr/>
          </a:p>
        </p:txBody>
      </p:sp>
      <p:sp>
        <p:nvSpPr>
          <p:cNvPr id="113" name="Google Shape;113;p4"/>
          <p:cNvSpPr txBox="1"/>
          <p:nvPr>
            <p:ph idx="4" type="body"/>
          </p:nvPr>
        </p:nvSpPr>
        <p:spPr>
          <a:xfrm>
            <a:off x="6018500" y="2505075"/>
            <a:ext cx="5718300" cy="3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Access restricted to only @wit.edu accounts.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 reports shall be saved in Firebase database.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 reports shall require item description, category, and location.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Lost and found reports shall be approved by an administrator, before they are displayed in the app.</a:t>
            </a:r>
            <a:endParaRPr/>
          </a:p>
        </p:txBody>
      </p:sp>
      <p:sp>
        <p:nvSpPr>
          <p:cNvPr id="114" name="Google Shape;114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Architectural Pattern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Pattern(s): Model-View-Controller </a:t>
            </a:r>
            <a:r>
              <a:rPr lang="en-US"/>
              <a:t>(MVC) </a:t>
            </a:r>
            <a:br>
              <a:rPr lang="en-US"/>
            </a:br>
            <a:r>
              <a:rPr lang="en-US"/>
              <a:t>Because:</a:t>
            </a:r>
            <a:br>
              <a:rPr lang="en-US"/>
            </a:br>
            <a:r>
              <a:rPr lang="en-US"/>
              <a:t>1) Ideal pattern to use for web/mobile applications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2) Items will be stored as data in the model. The Controller takes the requests of the user that interacts with the view.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3) The simple back and forth requests from user to controller is what makes this pattern ideal.</a:t>
            </a:r>
            <a:endParaRPr/>
          </a:p>
        </p:txBody>
      </p:sp>
      <p:sp>
        <p:nvSpPr>
          <p:cNvPr id="121" name="Google Shape;121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/>
        </p:nvSpPr>
        <p:spPr>
          <a:xfrm>
            <a:off x="6096000" y="1656517"/>
            <a:ext cx="5752921" cy="5364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iOS Application: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Users can submit lost and found item reports, and view approved reports from other users.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Application Frontend: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users can submit lost and found item reports, and view approved reports from other users.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Administrators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approve and deny user-submitted item reports.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Application Backend: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acts as a middleman for API calls send by the frontend.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Firebase Authentication: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Allows users to sign in using their wit.edu Microsoft account.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Firestore Database: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Stores user reports and other general text-based app data.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Firebase Storage: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Stores user-submitted images.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Overall Architecture</a:t>
            </a:r>
            <a:endParaRPr/>
          </a:p>
        </p:txBody>
      </p:sp>
      <p:pic>
        <p:nvPicPr>
          <p:cNvPr id="128" name="Google Shape;128;p6" title="Architecture Diagram.jpg"/>
          <p:cNvPicPr preferRelativeResize="0"/>
          <p:nvPr/>
        </p:nvPicPr>
        <p:blipFill rotWithShape="1">
          <a:blip r:embed="rId3">
            <a:alphaModFix/>
          </a:blip>
          <a:srcRect b="1028" l="1029" r="882" t="1028"/>
          <a:stretch/>
        </p:blipFill>
        <p:spPr>
          <a:xfrm>
            <a:off x="266050" y="1797875"/>
            <a:ext cx="5829949" cy="442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/>
              <a:t>Components Mapping for Functional Requirements</a:t>
            </a:r>
            <a:endParaRPr/>
          </a:p>
        </p:txBody>
      </p:sp>
      <p:graphicFrame>
        <p:nvGraphicFramePr>
          <p:cNvPr id="135" name="Google Shape;135;p7"/>
          <p:cNvGraphicFramePr/>
          <p:nvPr/>
        </p:nvGraphicFramePr>
        <p:xfrm>
          <a:off x="2465825" y="16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{A823E258-6EC2-4847-87C2-397EB15052E9}</a:tableStyleId>
              </a:tblPr>
              <a:tblGrid>
                <a:gridCol w="3630175"/>
                <a:gridCol w="3630175"/>
              </a:tblGrid>
              <a:tr h="56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F</a:t>
                      </a:r>
                      <a:r>
                        <a:rPr b="1" lang="en-US" sz="1600"/>
                        <a:t>unctional requirements 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Mapped components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User registration via Wentworth Micr</a:t>
                      </a:r>
                      <a:r>
                        <a:rPr lang="en-US"/>
                        <a:t>o</a:t>
                      </a:r>
                      <a:r>
                        <a:rPr lang="en-US"/>
                        <a:t>soft account.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Firebase Authentication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8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Search bar actions for user to search through list of found items.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React/SwiftUI, Firestore Database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View, edit or delete options for user reports.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React/SwiftUI, Firestore Database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36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Report a lost or found item(category, description, location, contact information, and optional image).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React/SwiftUI,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Firestore Database,</a:t>
                      </a:r>
                      <a:r>
                        <a:rPr lang="en-US"/>
                        <a:t> </a:t>
                      </a:r>
                      <a:r>
                        <a:rPr lang="en-US"/>
                        <a:t>Firebase</a:t>
                      </a:r>
                      <a:r>
                        <a:rPr lang="en-US"/>
                        <a:t> Storage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6" name="Google Shape;136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838200" y="365125"/>
            <a:ext cx="11078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/>
              <a:t>Components Mapping for Non-Functional Requirements</a:t>
            </a:r>
            <a:endParaRPr/>
          </a:p>
        </p:txBody>
      </p:sp>
      <p:graphicFrame>
        <p:nvGraphicFramePr>
          <p:cNvPr id="142" name="Google Shape;142;p8"/>
          <p:cNvGraphicFramePr/>
          <p:nvPr/>
        </p:nvGraphicFramePr>
        <p:xfrm>
          <a:off x="2465825" y="169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{A823E258-6EC2-4847-87C2-397EB15052E9}</a:tableStyleId>
              </a:tblPr>
              <a:tblGrid>
                <a:gridCol w="3630175"/>
                <a:gridCol w="3630175"/>
              </a:tblGrid>
              <a:tr h="56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Non-functional requirements 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Mapped components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Access restricted to only @wit.edu accounts.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Firebase Authentication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All reports shall be saved in the database.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Firestore Database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All reports shall require item description, category, and location.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React/SwiftUI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Lost and found reports shall be approved by an administrator, before they are displayed in the app.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Firestore Database, Admin Dashboard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98a7d2b2b7_0_5" title="Screenshot 2025-11-05 0930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875" y="122800"/>
            <a:ext cx="8670097" cy="661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98a7d2b2b7_0_5"/>
          <p:cNvSpPr txBox="1"/>
          <p:nvPr>
            <p:ph type="title"/>
          </p:nvPr>
        </p:nvSpPr>
        <p:spPr>
          <a:xfrm>
            <a:off x="1591925" y="315125"/>
            <a:ext cx="86700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3800"/>
              <a:t>Components Map</a:t>
            </a:r>
            <a:endParaRPr sz="3800"/>
          </a:p>
        </p:txBody>
      </p:sp>
      <p:sp>
        <p:nvSpPr>
          <p:cNvPr id="151" name="Google Shape;151;g398a7d2b2b7_0_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type="title"/>
          </p:nvPr>
        </p:nvSpPr>
        <p:spPr>
          <a:xfrm>
            <a:off x="838200" y="-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Technology Stack Selection</a:t>
            </a:r>
            <a:endParaRPr/>
          </a:p>
        </p:txBody>
      </p:sp>
      <p:graphicFrame>
        <p:nvGraphicFramePr>
          <p:cNvPr id="158" name="Google Shape;158;p9"/>
          <p:cNvGraphicFramePr/>
          <p:nvPr/>
        </p:nvGraphicFramePr>
        <p:xfrm>
          <a:off x="704113" y="11818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{A823E258-6EC2-4847-87C2-397EB15052E9}</a:tableStyleId>
              </a:tblPr>
              <a:tblGrid>
                <a:gridCol w="2005275"/>
                <a:gridCol w="8778500"/>
              </a:tblGrid>
              <a:tr h="46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Technology 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Purpose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Firestore Database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Stores user reports and other general text-based app data.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Firebase Storage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Stores user-submitted images attached to lost/found reports.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Firebase Auth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Manages user sign-in, restricted to @wit.edu Microsoft accounts.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Firebase Hosting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Hosts the frontend and backend of the web application.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Javascript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Programming language that easily integrates required libraries for both frontend and backend.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Tailwind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CSS framework for rapidly styling the web application's frontend user interface.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React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JavaScript library for building the web app’s interactive UI </a:t>
                      </a:r>
                      <a:r>
                        <a:rPr lang="en-US" sz="1500"/>
                        <a:t>components and dynamic pages.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Next.js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Framework used for server-side logic, routing, and acting as the API middleman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Visual Studio Code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Development environment used to build the web application’s </a:t>
                      </a:r>
                      <a:r>
                        <a:rPr lang="en-US" sz="1500"/>
                        <a:t>frontend</a:t>
                      </a:r>
                      <a:r>
                        <a:rPr lang="en-US" sz="1500"/>
                        <a:t> and </a:t>
                      </a:r>
                      <a:r>
                        <a:rPr lang="en-US" sz="1500"/>
                        <a:t>backend.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Xcode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Development environment for developing, debugging, and compiling the iOS application.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Swift/SwiftUI</a:t>
                      </a:r>
                      <a:endParaRPr b="1" sz="15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Programming language and native UI kit for building the iOS app.</a:t>
                      </a:r>
                      <a:endParaRPr sz="15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Github and Jira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Development and collaboration tools used for tracking project progress.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Figma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Design tools used for UI mockups and visual diagrams like flowcharts and architecture.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9" name="Google Shape;159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fdaf47e4c_1_7"/>
          <p:cNvSpPr txBox="1"/>
          <p:nvPr>
            <p:ph idx="1" type="body"/>
          </p:nvPr>
        </p:nvSpPr>
        <p:spPr>
          <a:xfrm>
            <a:off x="3366900" y="2188350"/>
            <a:ext cx="5458200" cy="248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0"/>
              <a:t>Q&amp;A</a:t>
            </a:r>
            <a:endParaRPr sz="20000"/>
          </a:p>
        </p:txBody>
      </p:sp>
      <p:sp>
        <p:nvSpPr>
          <p:cNvPr id="166" name="Google Shape;166;g36fdaf47e4c_1_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2021-02-17T01:39:14Z</dcterms:created>
  <dc:creator>Pham, Cuong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0x010100C8F9F0EBF511CE45A79FBB72A52630DC</vt:lpwstr>
  </property>
</Properties>
</file>